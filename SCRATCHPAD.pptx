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99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16D94-7F72-1CD7-BF58-83F8896F70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E82EDB-475B-049B-9ECE-99F9649525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38876E-C5BA-BB0D-AB10-8F1F16654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0FE25-A520-4920-81B5-96B0085F604B}" type="datetimeFigureOut">
              <a:rPr lang="en-CA" smtClean="0"/>
              <a:t>2025-11-02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7A4093-648E-3AF5-D046-11FB6D3EEC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7B5D8-49FA-2E30-A509-2781DE9652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C018C-3D10-4D76-AD36-DA0808BBE40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962559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9FC41-F954-26C7-5D0D-B926768E5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23B186-0D74-7A21-9509-826D19C8DE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2C3C8A-CE9D-C016-A3BD-45B6815DE6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0FE25-A520-4920-81B5-96B0085F604B}" type="datetimeFigureOut">
              <a:rPr lang="en-CA" smtClean="0"/>
              <a:t>2025-11-02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78CAF2-158D-2C12-460E-30A00E021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EB5426-92D0-D4FF-B6E1-F9F13F5F2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C018C-3D10-4D76-AD36-DA0808BBE40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74632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03B24-63AC-95CB-149A-CC44AF311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4D916E-D1B0-212B-52C6-80B4775B64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9EAB6D-D239-BEBD-5E9B-EC7E7CC92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0FE25-A520-4920-81B5-96B0085F604B}" type="datetimeFigureOut">
              <a:rPr lang="en-CA" smtClean="0"/>
              <a:t>2025-11-02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9B94CB-BD50-E133-AEF1-7DE3928F71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3ADA79-6585-0E79-1FFA-2FB2CAACE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C018C-3D10-4D76-AD36-DA0808BBE40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054604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38981-2BD2-7200-D5CB-9BA795928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3006E6-3FF8-BE27-B22D-B305B88AC3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FB2683-235F-A0E2-E610-AE10C4C23F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41D869-9FE9-4CC2-C500-C57AF3229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0FE25-A520-4920-81B5-96B0085F604B}" type="datetimeFigureOut">
              <a:rPr lang="en-CA" smtClean="0"/>
              <a:t>2025-11-02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6840DA-243D-DAA4-DDAC-8CD747CFE9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0688D7-B4CD-8BFE-7B2A-0AA3C4E2F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C018C-3D10-4D76-AD36-DA0808BBE40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288700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8BDED-00D8-8907-AE71-CF21C3E3C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BF86C3-C27D-9C5C-8C40-4268A94C6E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C4D99E-2F5D-195D-D916-45A94F29B9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650BB50-3BF6-CD43-DBE2-BD4FA072C3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7351CB2-72D3-1109-E078-873D211480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0FBEB2-DE87-CB77-A0A5-F6578DA51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0FE25-A520-4920-81B5-96B0085F604B}" type="datetimeFigureOut">
              <a:rPr lang="en-CA" smtClean="0"/>
              <a:t>2025-11-02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15DC05-4209-BA09-A378-BB5DA42612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1B23F6-CAD7-9474-2F36-14286A7DEA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C018C-3D10-4D76-AD36-DA0808BBE40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683145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23964-282C-D398-217A-543E7A345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7A2425-096B-3A97-0972-CD25CDD481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0FE25-A520-4920-81B5-96B0085F604B}" type="datetimeFigureOut">
              <a:rPr lang="en-CA" smtClean="0"/>
              <a:t>2025-11-02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E8A0CA-4D2E-AD17-BA08-5933FC00D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316EB5-27F4-BB65-1FE5-51DC91FEC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C018C-3D10-4D76-AD36-DA0808BBE40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42729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AC1D73-3AFC-FB03-8923-F4E93A28F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0FE25-A520-4920-81B5-96B0085F604B}" type="datetimeFigureOut">
              <a:rPr lang="en-CA" smtClean="0"/>
              <a:t>2025-11-02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C8ADD70-FA7A-526C-3C7D-B197EDD35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D9498D-4BCD-16BC-282A-AF3C466FC9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C018C-3D10-4D76-AD36-DA0808BBE40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494937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8400D-366D-6FF7-9A9E-CFAB08FD08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66469A-A452-A5DF-9C6A-E159DC4A81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9B9737-0FA8-A672-1861-D24C65921A5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17204B-C1FB-BA6C-C8FB-95A337089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0FE25-A520-4920-81B5-96B0085F604B}" type="datetimeFigureOut">
              <a:rPr lang="en-CA" smtClean="0"/>
              <a:t>2025-11-02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0A9EB5-7B38-F93E-8E0A-E3F1F1BB0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1DC93F-B6D9-67C4-4CC7-7B83EB0028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C018C-3D10-4D76-AD36-DA0808BBE40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18760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D1F3AD-EAA9-77CD-B476-02246137E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169EB19-12E2-8AF0-50A4-EDE6705981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3CDA7B-9E06-3367-DAE5-C55F1010AC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3D73B8-6F29-00AB-5B56-6663E1533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0FE25-A520-4920-81B5-96B0085F604B}" type="datetimeFigureOut">
              <a:rPr lang="en-CA" smtClean="0"/>
              <a:t>2025-11-02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E3DBD06-3A0E-8DB0-0C33-3F648F74C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837F08-8D3C-EBA9-F72B-D114945E5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C018C-3D10-4D76-AD36-DA0808BBE40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566758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C578CD-5C72-BA2E-F70C-4C91FAF843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E4E17F-5647-29FD-5D07-EB2E5668780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EB571D-54F0-B253-1E1E-F858AA5E40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0FE25-A520-4920-81B5-96B0085F604B}" type="datetimeFigureOut">
              <a:rPr lang="en-CA" smtClean="0"/>
              <a:t>2025-11-02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82D282-03BC-CC4D-87E1-2E93AD568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2CA494-4E98-8C17-3748-F771418C6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C018C-3D10-4D76-AD36-DA0808BBE40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338375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1A5B506-FBCE-0B88-CF7D-3838DF2739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256F9A-DF69-084E-7D11-030FC76CDA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C5C119-D595-8147-83A5-AC088694C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0FE25-A520-4920-81B5-96B0085F604B}" type="datetimeFigureOut">
              <a:rPr lang="en-CA" smtClean="0"/>
              <a:t>2025-11-02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58F8DF-3655-B091-CE15-1BF1CD42D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5402BC-ADD8-000D-5F48-75944AF7D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8C018C-3D10-4D76-AD36-DA0808BBE40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018731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A60DA9-02A8-7446-D6FD-44C126EBC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2F6EEC-FFCD-2968-A85E-EE35182A45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2D3EB6-9BD2-70A5-D7D2-D2D6DB5F24A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10FE25-A520-4920-81B5-96B0085F604B}" type="datetimeFigureOut">
              <a:rPr lang="en-CA" smtClean="0"/>
              <a:t>2025-11-02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82E358-78C4-A851-BB9F-B4A0D477F6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E6F9EA-29E5-BFE3-FCE3-4497EB18B5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8C018C-3D10-4D76-AD36-DA0808BBE40B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238441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F5CB5DC-E35E-22C0-BCD4-3606365B661B}"/>
              </a:ext>
            </a:extLst>
          </p:cNvPr>
          <p:cNvSpPr txBox="1"/>
          <p:nvPr/>
        </p:nvSpPr>
        <p:spPr>
          <a:xfrm>
            <a:off x="0" y="0"/>
            <a:ext cx="12192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b="1" dirty="0"/>
              <a:t>SCRATCHPAD DOC – WORKING NOTES ETC.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A3E3E95-252F-C94A-475C-7C61CD55018E}"/>
              </a:ext>
            </a:extLst>
          </p:cNvPr>
          <p:cNvCxnSpPr/>
          <p:nvPr/>
        </p:nvCxnSpPr>
        <p:spPr>
          <a:xfrm>
            <a:off x="0" y="461665"/>
            <a:ext cx="12192000" cy="0"/>
          </a:xfrm>
          <a:prstGeom prst="line">
            <a:avLst/>
          </a:prstGeom>
          <a:ln w="76200">
            <a:solidFill>
              <a:schemeClr val="tx2">
                <a:lumMod val="25000"/>
                <a:lumOff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62243B96-EDD9-AA8B-557A-E7D66693FE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8525" y="1245633"/>
            <a:ext cx="8284627" cy="4615042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1DB9617-60F8-A1EF-E5E8-60BF8085FCF8}"/>
              </a:ext>
            </a:extLst>
          </p:cNvPr>
          <p:cNvSpPr/>
          <p:nvPr/>
        </p:nvSpPr>
        <p:spPr>
          <a:xfrm>
            <a:off x="3438526" y="1245632"/>
            <a:ext cx="8284626" cy="535543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Edgewood Tahoe</a:t>
            </a:r>
          </a:p>
          <a:p>
            <a:pPr algn="ctr"/>
            <a:r>
              <a:rPr lang="en-CA" sz="1400" dirty="0"/>
              <a:t>09/01/2025 – 4:23pm local time</a:t>
            </a:r>
            <a:endParaRPr lang="en-CA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8C5EFB-0584-5702-13C1-F20F8803AFA1}"/>
              </a:ext>
            </a:extLst>
          </p:cNvPr>
          <p:cNvSpPr txBox="1"/>
          <p:nvPr/>
        </p:nvSpPr>
        <p:spPr>
          <a:xfrm>
            <a:off x="95250" y="584776"/>
            <a:ext cx="275272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600" dirty="0"/>
              <a:t>Screen should look like this. </a:t>
            </a:r>
          </a:p>
          <a:p>
            <a:endParaRPr lang="en-CA" sz="1600" dirty="0"/>
          </a:p>
          <a:p>
            <a:r>
              <a:rPr lang="en-CA" sz="1600" b="1" u="sng" dirty="0"/>
              <a:t>Behaviour: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On during local daylight time (where the pi is located)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sz="1600" dirty="0"/>
              <a:t>Change to next webcam every 60 seconds. </a:t>
            </a:r>
          </a:p>
        </p:txBody>
      </p:sp>
    </p:spTree>
    <p:extLst>
      <p:ext uri="{BB962C8B-B14F-4D97-AF65-F5344CB8AC3E}">
        <p14:creationId xmlns:p14="http://schemas.microsoft.com/office/powerpoint/2010/main" val="30459974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229</TotalTime>
  <Words>42</Words>
  <Application>Microsoft Office PowerPoint</Application>
  <PresentationFormat>Widescreen</PresentationFormat>
  <Paragraphs>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Logan Palmer</dc:creator>
  <cp:lastModifiedBy>Logan Palmer</cp:lastModifiedBy>
  <cp:revision>8</cp:revision>
  <dcterms:created xsi:type="dcterms:W3CDTF">2025-09-01T23:19:12Z</dcterms:created>
  <dcterms:modified xsi:type="dcterms:W3CDTF">2025-11-02T14:28:03Z</dcterms:modified>
</cp:coreProperties>
</file>